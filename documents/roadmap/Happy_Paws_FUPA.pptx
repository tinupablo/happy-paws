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23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2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457200"/>
            <a:ext cx="2194560" cy="2194560"/>
          </a:xfrm>
          <a:prstGeom prst="ellipse">
            <a:avLst/>
          </a:prstGeom>
          <a:solidFill>
            <a:srgbClr val="9C4E22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7240"/>
            <a:ext cx="868680" cy="868680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6" name="Image 0" descr="/home/claude/happypaws/icons/paw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881482"/>
            <a:ext cx="660197" cy="6601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74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HAPPY PAWS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refugios y familias para dar segundas oportunidades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Profesionalizante 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462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Remedios de Escalada de San Martín  ·  Villa Carlos Paz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 Alejandro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5715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5961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Bosio Daniel Oscar   ·   Tinunin Pablo Emanuel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una idea personal a un impacto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 nació como una app de cuidado de mascotas para familias. Al evaluar su alcance real, el equipo redefinió el rumbo: convertirla en una plataforma que conecta refugios de animales con familias adoptantes, empezando por un caso concreto — la Fundación Proteccionista de Animales de Villa Carlos Paz (FUPA).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3E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71800"/>
            <a:ext cx="566928" cy="566928"/>
          </a:xfrm>
          <a:prstGeom prst="ellipse">
            <a:avLst/>
          </a:prstGeom>
          <a:solidFill>
            <a:srgbClr val="8A7264"/>
          </a:solidFill>
          <a:ln/>
        </p:spPr>
      </p:sp>
      <p:pic>
        <p:nvPicPr>
          <p:cNvPr id="7" name="Image 0" descr="/home/claude/happypaws/icons/pa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31" y="303983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990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32095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"Mi mascota y yo"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orientada a una sola familia y su mascota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de cuidado y mascota virtual gamificada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 canjeables para niños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con refugios ni con la adopción real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06040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C1652F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2971800"/>
            <a:ext cx="566928" cy="566928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13" name="Image 1" descr="/home/claude/happypaws/icons/handshake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51" y="3039831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990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78040" y="32095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Happy Paws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6520" y="38404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refugios con familias adoptantes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diferenciados: refugio y adoptante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seguimiento real de animales en adopción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piloto: FUPA (Villa Carlos Paz)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punto de partida: la realidad de FUPA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Fundación Proteccionista de Animales de Villa Carlos Paz rescata y aloja animales en situación de calle, pero gestiona todo el proceso de adopción de forma manual y dispersa.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CF3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871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165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+250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animales alojados de forma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en la fundación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CF3E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4871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165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26280" y="3291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difusión depende de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 personales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337560" cy="1783080"/>
          </a:xfrm>
          <a:prstGeom prst="roundRect">
            <a:avLst>
              <a:gd name="adj" fmla="val 5128"/>
            </a:avLst>
          </a:prstGeom>
          <a:solidFill>
            <a:srgbClr val="FC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4871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165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29600" y="3291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centralizadas para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y dar seguimiento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94360" cy="594360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5" name="Image 0" descr="/home/claude/happypaws/icons/bullhor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4689043"/>
            <a:ext cx="451714" cy="4517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53312" y="4599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fragmentada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353312" y="49651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animal se publica manualmente en Instagram, Facebook o WhatsApp, sin un catálogo único ni actualizado.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4617720"/>
            <a:ext cx="594360" cy="594360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9" name="Image 1" descr="/home/claude/happypaws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363" y="4689043"/>
            <a:ext cx="451714" cy="45171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39712" y="4599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839712" y="49651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digital de qué animales fueron adoptados, están en proceso o siguen disponibles.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 roles, un mismo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CF3E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6" name="Image 0" descr="/home/claude/happypaws/icons/hou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969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REFUGIOS Y PROTECTORAS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83080" y="23500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ej. FUPA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animales disponibles para adopción con fotos e historia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estado de cada animal (disponible / en proceso / adoptado)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contactos de interesados de forma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Mediante un match de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filtrando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</a:t>
            </a: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visibilidad sin depender solo de redes sociales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CF3EA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057400"/>
            <a:ext cx="685800" cy="685800"/>
          </a:xfrm>
          <a:prstGeom prst="ellipse">
            <a:avLst/>
          </a:prstGeom>
          <a:solidFill>
            <a:srgbClr val="3F5B44"/>
          </a:solidFill>
          <a:ln/>
        </p:spPr>
      </p:sp>
      <p:pic>
        <p:nvPicPr>
          <p:cNvPr id="12" name="Image 1" descr="/home/claude/happypaws/icons/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13969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15200" y="23500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Adoptantes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446520" y="301752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un catálogo real de animales en adopción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especie, tamaño, edad o ubicación del refugio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 historia y el estado de salud de cada animal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 directamente al refugio para iniciar la adopción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resuelve Happy Paws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6" name="Image 0" descr="/home/claude/happypaws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052279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centralizada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refugio carga sus animales una sola vez: foto, historia y estado de salud, visibles en un catálogo único.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1984248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1" name="Image 1" descr="/home/claude/happypaws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399" y="205227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diferenciados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086600" y="231343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separado para refugios y adoptantes, con permisos y pantallas adaptadas a cada uno.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4315968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6" name="Image 2" descr="/home/claude/happypaws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79" y="4383999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976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6451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adoptante encuentra animales según especie, tamaño, edad y refugio de origen.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40233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CF3EA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3368" y="4315968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21" name="Image 3" descr="/home/claude/happypaws/icons/commen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399" y="4383999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2976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086600" y="46451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interesado se comunica con el refugio desde la misma ficha del animal, sin intermediarios.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INICIAL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MVP · Producto Mínimo Viable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mínimo necesario para demostrar el valor de Happy Paws a un refugio real, con datos de prueba antes de conectar la base de datos definitiva.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92240" cy="3977640"/>
          </a:xfrm>
          <a:prstGeom prst="roundRect">
            <a:avLst>
              <a:gd name="adj" fmla="val 2759"/>
            </a:avLst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9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MVP</a:t>
            </a:r>
            <a:endParaRPr lang="en-US" sz="1200" dirty="0"/>
          </a:p>
        </p:txBody>
      </p:sp>
      <p:pic>
        <p:nvPicPr>
          <p:cNvPr id="7" name="Image 0" descr="/home/claude/happypaws/icons/checkcirc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63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7706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 con dos tipos de usuario: adoptante y refugio</a:t>
            </a:r>
            <a:endParaRPr lang="en-US" sz="1300" dirty="0"/>
          </a:p>
        </p:txBody>
      </p:sp>
      <p:pic>
        <p:nvPicPr>
          <p:cNvPr id="9" name="Image 1" descr="/home/claude/happypaws/icons/checkcirc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381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39242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con catálogo de mascotas en adopción (datos de prueba)</a:t>
            </a:r>
            <a:endParaRPr lang="en-US" sz="1300" dirty="0"/>
          </a:p>
        </p:txBody>
      </p:sp>
      <p:pic>
        <p:nvPicPr>
          <p:cNvPr id="11" name="Image 2" descr="/home/claude/happypaws/icons/checkcirc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99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0142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mascota: fotos, historia y estado de salud</a:t>
            </a:r>
            <a:endParaRPr lang="en-US" sz="1300" dirty="0"/>
          </a:p>
        </p:txBody>
      </p:sp>
      <p:pic>
        <p:nvPicPr>
          <p:cNvPr id="13" name="Image 3" descr="/home/claude/happypaws/icons/checkcirc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8172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4636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refugio para publicar, editar y dar de baja animales</a:t>
            </a:r>
            <a:endParaRPr lang="en-US" sz="1300" dirty="0"/>
          </a:p>
        </p:txBody>
      </p:sp>
      <p:pic>
        <p:nvPicPr>
          <p:cNvPr id="15" name="Image 4" descr="/home/claude/happypaws/icons/checkcircl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5257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entre adoptante y refugio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304003" y="2130552"/>
            <a:ext cx="4233672" cy="3977640"/>
          </a:xfrm>
          <a:prstGeom prst="roundRect">
            <a:avLst>
              <a:gd name="adj" fmla="val 2759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7680960" y="2359152"/>
            <a:ext cx="3685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PARA DESPUÉS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680960" y="278892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Base de datos definitiva (Prisma + MySQL)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7680960" y="356616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Vacunación y recordatorios de salud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7680960" y="434340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Recomendador de razas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7680960" y="5120640"/>
            <a:ext cx="3685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Estadísticas para </a:t>
            </a:r>
            <a:r>
              <a:rPr lang="en-US" sz="115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</a:t>
            </a: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5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amigable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Funcionalidades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19272" cy="2148840"/>
          </a:xfrm>
          <a:prstGeom prst="roundRect">
            <a:avLst>
              <a:gd name="adj" fmla="val 4255"/>
            </a:avLst>
          </a:prstGeom>
          <a:solidFill>
            <a:srgbClr val="FCF3EA"/>
          </a:solidFill>
          <a:ln/>
        </p:spPr>
      </p:sp>
      <p:sp>
        <p:nvSpPr>
          <p:cNvPr id="5" name="Shape 3"/>
          <p:cNvSpPr/>
          <p:nvPr/>
        </p:nvSpPr>
        <p:spPr>
          <a:xfrm>
            <a:off x="1924812" y="1856232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6" name="Image 0" descr="/home/claude/happypaw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843" y="192426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roles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953512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como adoptante o refugio, con pantallas y permisos propios.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87952" y="1600200"/>
            <a:ext cx="3319272" cy="2148840"/>
          </a:xfrm>
          <a:prstGeom prst="roundRect">
            <a:avLst>
              <a:gd name="adj" fmla="val 4255"/>
            </a:avLst>
          </a:prstGeom>
          <a:solidFill>
            <a:srgbClr val="FCF3EA"/>
          </a:solidFill>
          <a:ln/>
        </p:spPr>
      </p:sp>
      <p:sp>
        <p:nvSpPr>
          <p:cNvPr id="10" name="Shape 7"/>
          <p:cNvSpPr/>
          <p:nvPr/>
        </p:nvSpPr>
        <p:spPr>
          <a:xfrm>
            <a:off x="5564124" y="1856232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1" name="Image 1" descr="/home/claude/happypaws/icons/camer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55" y="1924263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0832" y="25146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mascotas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43984" y="2953512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refugio carga foto, historia y estado de salud de cada animal.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27264" y="1600200"/>
            <a:ext cx="3319272" cy="2148840"/>
          </a:xfrm>
          <a:prstGeom prst="roundRect">
            <a:avLst>
              <a:gd name="adj" fmla="val 4255"/>
            </a:avLst>
          </a:prstGeom>
          <a:solidFill>
            <a:srgbClr val="FCF3EA"/>
          </a:solidFill>
          <a:ln/>
        </p:spPr>
      </p:sp>
      <p:sp>
        <p:nvSpPr>
          <p:cNvPr id="15" name="Shape 11"/>
          <p:cNvSpPr/>
          <p:nvPr/>
        </p:nvSpPr>
        <p:spPr>
          <a:xfrm>
            <a:off x="9203436" y="1856232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6" name="Image 2" descr="/home/claude/happypaws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467" y="1924263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10144" y="25146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búsqueda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83296" y="2953512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adoptante filtra por especie, tamaño, edad y ubicación.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372868" y="4023360"/>
            <a:ext cx="3319272" cy="2148840"/>
          </a:xfrm>
          <a:prstGeom prst="roundRect">
            <a:avLst>
              <a:gd name="adj" fmla="val 4255"/>
            </a:avLst>
          </a:prstGeom>
          <a:solidFill>
            <a:srgbClr val="FCF3EA"/>
          </a:solidFill>
          <a:ln/>
        </p:spPr>
      </p:sp>
      <p:sp>
        <p:nvSpPr>
          <p:cNvPr id="20" name="Shape 15"/>
          <p:cNvSpPr/>
          <p:nvPr/>
        </p:nvSpPr>
        <p:spPr>
          <a:xfrm>
            <a:off x="3749040" y="4279392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21" name="Image 3" descr="/home/claude/happypaws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071" y="4347423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55748" y="493776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mascota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628900" y="5376672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detallada con toda la información relevante para adoptar.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12180" y="4023360"/>
            <a:ext cx="3319272" cy="2148840"/>
          </a:xfrm>
          <a:prstGeom prst="roundRect">
            <a:avLst>
              <a:gd name="adj" fmla="val 4255"/>
            </a:avLst>
          </a:prstGeom>
          <a:solidFill>
            <a:srgbClr val="FCF3EA"/>
          </a:solidFill>
          <a:ln/>
        </p:spPr>
      </p:sp>
      <p:sp>
        <p:nvSpPr>
          <p:cNvPr id="25" name="Shape 19"/>
          <p:cNvSpPr/>
          <p:nvPr/>
        </p:nvSpPr>
        <p:spPr>
          <a:xfrm>
            <a:off x="7388352" y="4279392"/>
            <a:ext cx="566928" cy="566928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26" name="Image 4" descr="/home/claude/happypaws/icons/commen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383" y="4347423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95060" y="493776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seguimiento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268212" y="5376672"/>
            <a:ext cx="2807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y estado del proceso de adopción.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Roadmap de desarrollo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5588" y="2633472"/>
            <a:ext cx="9637776" cy="0"/>
          </a:xfrm>
          <a:prstGeom prst="line">
            <a:avLst/>
          </a:prstGeom>
          <a:noFill/>
          <a:ln w="31750">
            <a:solidFill>
              <a:srgbClr val="E8A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5588" y="2377440"/>
            <a:ext cx="512064" cy="512064"/>
          </a:xfrm>
          <a:prstGeom prst="ellipse">
            <a:avLst/>
          </a:prstGeom>
          <a:solidFill>
            <a:srgbClr val="C16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55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529584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la mascota virtual y se reorganizan las rutas.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57016" y="2377440"/>
            <a:ext cx="512064" cy="512064"/>
          </a:xfrm>
          <a:prstGeom prst="ellipse">
            <a:avLst/>
          </a:prstGeom>
          <a:solidFill>
            <a:srgbClr val="C16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0068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refugios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0068" y="3529584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perfil de refugio con datos de prueba.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38444" y="2377440"/>
            <a:ext cx="512064" cy="512064"/>
          </a:xfrm>
          <a:prstGeom prst="ellipse">
            <a:avLst/>
          </a:prstGeom>
          <a:solidFill>
            <a:srgbClr val="C16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8444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11496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11496" y="3529584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diferenciada para adoptante y refugio.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9872" y="2377440"/>
            <a:ext cx="512064" cy="512064"/>
          </a:xfrm>
          <a:prstGeom prst="ellipse">
            <a:avLst/>
          </a:prstGeom>
          <a:solidFill>
            <a:srgbClr val="C16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92924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92924" y="3529584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real con Prisma y MySQL.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401300" y="2377440"/>
            <a:ext cx="512064" cy="512064"/>
          </a:xfrm>
          <a:prstGeom prst="ellipse">
            <a:avLst/>
          </a:prstGeom>
          <a:solidFill>
            <a:srgbClr val="C16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130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74352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FUPA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74352" y="3529584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MVP con la fundación.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0543032" cy="594360"/>
          </a:xfrm>
          <a:prstGeom prst="roundRect">
            <a:avLst>
              <a:gd name="adj" fmla="val 12308"/>
            </a:avLst>
          </a:prstGeom>
          <a:solidFill>
            <a:srgbClr val="FCF3EA"/>
          </a:solidFill>
          <a:ln/>
        </p:spPr>
      </p:sp>
      <p:pic>
        <p:nvPicPr>
          <p:cNvPr id="26" name="Image 0" descr="/home/claude/happypaws/icons/gear_terracot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79008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88720" y="56235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restructuración de rutas y vistas visuales en curso, con datos simulados.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02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5A3B2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E8A24A"/>
          </a:solidFill>
          <a:ln/>
        </p:spPr>
      </p:sp>
      <p:pic>
        <p:nvPicPr>
          <p:cNvPr id="5" name="Image 0" descr="/home/claude/happypaws/icons/handhold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proyecto académico a una herramienta real para FUPA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9" name="Image 1" descr="/home/claude/happypaws/icons/roc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349483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MVP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" y="4453128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flujo de registro, catálogo y contacto con datos reales de prueba.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60520" y="342900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3" name="Image 2" descr="/home/claude/happypaws/icons/hou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357" y="349483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605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FUPA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160520" y="4453128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plataforma a la fundación y validar que resuelve su necesidad real.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772400" y="342900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pic>
        <p:nvPicPr>
          <p:cNvPr id="17" name="Image 3" descr="/home/claude/happypaws/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8237" y="349483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con feedback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772400" y="4453128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funcionalidades según la experiencia real del refugio y los adoptantes.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¡Gracias!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Paws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859</Words>
  <Application>Microsoft Office PowerPoint</Application>
  <PresentationFormat>Personalizado</PresentationFormat>
  <Paragraphs>141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pablo tinunin</cp:lastModifiedBy>
  <cp:revision>2</cp:revision>
  <dcterms:created xsi:type="dcterms:W3CDTF">2026-09-07T21:11:15Z</dcterms:created>
  <dcterms:modified xsi:type="dcterms:W3CDTF">2026-09-07T22:00:23Z</dcterms:modified>
</cp:coreProperties>
</file>