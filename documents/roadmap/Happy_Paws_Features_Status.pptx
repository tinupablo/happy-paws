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image" Target="../media/image-4-6.png"/><Relationship Id="rId7" Type="http://schemas.openxmlformats.org/officeDocument/2006/relationships/image" Target="../media/image-4-6.png"/><Relationship Id="rId8" Type="http://schemas.openxmlformats.org/officeDocument/2006/relationships/image" Target="../media/image-4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5.png"/><Relationship Id="rId7" Type="http://schemas.openxmlformats.org/officeDocument/2006/relationships/image" Target="../media/image-5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5A3B2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457200"/>
            <a:ext cx="2194560" cy="2194560"/>
          </a:xfrm>
          <a:prstGeom prst="ellipse">
            <a:avLst/>
          </a:prstGeom>
          <a:solidFill>
            <a:srgbClr val="9C4E22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5A3B2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777240"/>
            <a:ext cx="868680" cy="868680"/>
          </a:xfrm>
          <a:prstGeom prst="ellipse">
            <a:avLst/>
          </a:prstGeom>
          <a:solidFill>
            <a:srgbClr val="E8A24A"/>
          </a:solidFill>
          <a:ln/>
        </p:spPr>
      </p:sp>
      <p:pic>
        <p:nvPicPr>
          <p:cNvPr id="6" name="Image 0" descr="/home/claude/happypaws/icons/tablelist_br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881482"/>
            <a:ext cx="660197" cy="6601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8745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HAPPY PAWS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y Estado del Proyecto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 del desarrollo, previo a la demo con FUPA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Profesionalizante 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44622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Remedios de Escalada de San Martín  ·  Villa Carlos Paz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5074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5321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Bosio Daniel Oscar   ·   Tinunin Pablo Emanuel   ·   Ferrari Valentino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Funcionalidades de la plataforma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alcance funcional de Happy Paws, pensado para dos roles: refugios que publican animales y familias que los adoptan.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319272" cy="1965960"/>
          </a:xfrm>
          <a:prstGeom prst="roundRect">
            <a:avLst>
              <a:gd name="adj" fmla="val 4651"/>
            </a:avLst>
          </a:prstGeom>
          <a:solidFill>
            <a:srgbClr val="FCF3EA"/>
          </a:solidFill>
          <a:ln/>
        </p:spPr>
      </p:sp>
      <p:sp>
        <p:nvSpPr>
          <p:cNvPr id="6" name="Shape 4"/>
          <p:cNvSpPr/>
          <p:nvPr/>
        </p:nvSpPr>
        <p:spPr>
          <a:xfrm>
            <a:off x="1933956" y="2404872"/>
            <a:ext cx="548640" cy="548640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7" name="Image 0" descr="/home/claude/happypaws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9793" y="2470709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044952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registro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6384" y="3447288"/>
            <a:ext cx="28437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diferenciada como adoptante o refugio, con pantallas y permisos propios.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87952" y="2148840"/>
            <a:ext cx="3319272" cy="1965960"/>
          </a:xfrm>
          <a:prstGeom prst="roundRect">
            <a:avLst>
              <a:gd name="adj" fmla="val 4651"/>
            </a:avLst>
          </a:prstGeom>
          <a:solidFill>
            <a:srgbClr val="FCF3EA"/>
          </a:solidFill>
          <a:ln/>
        </p:spPr>
      </p:sp>
      <p:sp>
        <p:nvSpPr>
          <p:cNvPr id="11" name="Shape 8"/>
          <p:cNvSpPr/>
          <p:nvPr/>
        </p:nvSpPr>
        <p:spPr>
          <a:xfrm>
            <a:off x="5573268" y="2404872"/>
            <a:ext cx="548640" cy="548640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12" name="Image 1" descr="/home/claude/happypaws/icons/camera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105" y="2470709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70832" y="3044952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de mascotas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425696" y="3447288"/>
            <a:ext cx="28437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refugio carga foto, historia y estado de salud de cada animal.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827264" y="2148840"/>
            <a:ext cx="3319272" cy="1965960"/>
          </a:xfrm>
          <a:prstGeom prst="roundRect">
            <a:avLst>
              <a:gd name="adj" fmla="val 4651"/>
            </a:avLst>
          </a:prstGeom>
          <a:solidFill>
            <a:srgbClr val="FCF3EA"/>
          </a:solidFill>
          <a:ln/>
        </p:spPr>
      </p:sp>
      <p:sp>
        <p:nvSpPr>
          <p:cNvPr id="16" name="Shape 12"/>
          <p:cNvSpPr/>
          <p:nvPr/>
        </p:nvSpPr>
        <p:spPr>
          <a:xfrm>
            <a:off x="9212580" y="2404872"/>
            <a:ext cx="548640" cy="548640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17" name="Image 2" descr="/home/claude/happypaws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8417" y="2470709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10144" y="3044952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y búsqueda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065008" y="3447288"/>
            <a:ext cx="28437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especie, tamaño, edad y ubicación del refugio.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389120"/>
            <a:ext cx="3319272" cy="1965960"/>
          </a:xfrm>
          <a:prstGeom prst="roundRect">
            <a:avLst>
              <a:gd name="adj" fmla="val 4651"/>
            </a:avLst>
          </a:prstGeom>
          <a:solidFill>
            <a:srgbClr val="FCF3EA"/>
          </a:solidFill>
          <a:ln/>
        </p:spPr>
      </p:sp>
      <p:sp>
        <p:nvSpPr>
          <p:cNvPr id="21" name="Shape 16"/>
          <p:cNvSpPr/>
          <p:nvPr/>
        </p:nvSpPr>
        <p:spPr>
          <a:xfrm>
            <a:off x="1933956" y="4645152"/>
            <a:ext cx="548640" cy="548640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22" name="Image 3" descr="/home/claude/happypaws/icons/clipbo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793" y="4710989"/>
            <a:ext cx="416966" cy="41696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5285232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mascota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86384" y="5687568"/>
            <a:ext cx="28437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detallada con toda la información relevante para adoptar.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187952" y="4389120"/>
            <a:ext cx="3319272" cy="1965960"/>
          </a:xfrm>
          <a:prstGeom prst="roundRect">
            <a:avLst>
              <a:gd name="adj" fmla="val 4651"/>
            </a:avLst>
          </a:prstGeom>
          <a:solidFill>
            <a:srgbClr val="FCF3EA"/>
          </a:solidFill>
          <a:ln/>
        </p:spPr>
      </p:sp>
      <p:sp>
        <p:nvSpPr>
          <p:cNvPr id="26" name="Shape 20"/>
          <p:cNvSpPr/>
          <p:nvPr/>
        </p:nvSpPr>
        <p:spPr>
          <a:xfrm>
            <a:off x="5573268" y="4645152"/>
            <a:ext cx="548640" cy="548640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27" name="Image 4" descr="/home/claude/happypaws/icons/comment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9105" y="4710989"/>
            <a:ext cx="416966" cy="41696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370832" y="5285232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directo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425696" y="5687568"/>
            <a:ext cx="28437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entre adoptante y refugio desde la ficha del animal.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827264" y="4389120"/>
            <a:ext cx="3319272" cy="1965960"/>
          </a:xfrm>
          <a:prstGeom prst="roundRect">
            <a:avLst>
              <a:gd name="adj" fmla="val 4651"/>
            </a:avLst>
          </a:prstGeom>
          <a:solidFill>
            <a:srgbClr val="FCF3EA"/>
          </a:solidFill>
          <a:ln/>
        </p:spPr>
      </p:sp>
      <p:sp>
        <p:nvSpPr>
          <p:cNvPr id="31" name="Shape 24"/>
          <p:cNvSpPr/>
          <p:nvPr/>
        </p:nvSpPr>
        <p:spPr>
          <a:xfrm>
            <a:off x="9212580" y="4645152"/>
            <a:ext cx="548640" cy="548640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32" name="Image 5" descr="/home/claude/happypaws/icons/gea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8417" y="4710989"/>
            <a:ext cx="416966" cy="41696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010144" y="5285232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refugio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065008" y="5687568"/>
            <a:ext cx="28437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Alta, edición y baja de publicaciones, sin conocimientos técnicos.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Paws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Resumen de avance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CF3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0195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F5B4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73736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CF3EA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190195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2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26280" y="26974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actualmente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73736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CF3EA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190195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A09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229600" y="26974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para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próximas semanas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593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GENERAL DEL MVP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0543032" cy="457200"/>
          </a:xfrm>
          <a:prstGeom prst="roundRect">
            <a:avLst>
              <a:gd name="adj" fmla="val 16000"/>
            </a:avLst>
          </a:prstGeom>
          <a:solidFill>
            <a:srgbClr val="FCF3E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977640"/>
            <a:ext cx="5271516" cy="457200"/>
          </a:xfrm>
          <a:prstGeom prst="roundRect">
            <a:avLst>
              <a:gd name="adj" fmla="val 16000"/>
            </a:avLst>
          </a:prstGeom>
          <a:solidFill>
            <a:srgbClr val="C1652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77640"/>
            <a:ext cx="5271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548640"/>
          </a:xfrm>
          <a:prstGeom prst="ellipse">
            <a:avLst/>
          </a:prstGeom>
          <a:solidFill>
            <a:srgbClr val="3F5B44"/>
          </a:solidFill>
          <a:ln/>
        </p:spPr>
      </p:sp>
      <p:pic>
        <p:nvPicPr>
          <p:cNvPr id="18" name="Image 0" descr="/home/claude/happypaws/icons/flagcheckere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4774997"/>
            <a:ext cx="416966" cy="41696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80160" y="468172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hito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280160" y="500176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el flujo de registro por rol (adoptante / refugio).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035040" y="4709160"/>
            <a:ext cx="548640" cy="548640"/>
          </a:xfrm>
          <a:prstGeom prst="ellipse">
            <a:avLst/>
          </a:prstGeom>
          <a:solidFill>
            <a:srgbClr val="3F5B44"/>
          </a:solidFill>
          <a:ln/>
        </p:spPr>
      </p:sp>
      <p:pic>
        <p:nvPicPr>
          <p:cNvPr id="22" name="Image 1" descr="/home/claude/happypaws/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877" y="4774997"/>
            <a:ext cx="416966" cy="41696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766560" y="468172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actual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766560" y="500176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gestión del refugio y conexión de rutas restantes.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Paws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Estado por funcionalidad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CF3E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65376"/>
            <a:ext cx="566928" cy="566928"/>
          </a:xfrm>
          <a:prstGeom prst="ellipse">
            <a:avLst/>
          </a:prstGeom>
          <a:solidFill>
            <a:srgbClr val="3F5B44"/>
          </a:solidFill>
          <a:ln/>
        </p:spPr>
      </p:sp>
      <p:pic>
        <p:nvPicPr>
          <p:cNvPr id="6" name="Image 0" descr="/home/claude/happypaws/icons/check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839" y="1933407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051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mascota virtual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69080" y="19842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F5B44"/>
          </a:solidFill>
          <a:ln/>
        </p:spPr>
      </p:sp>
      <p:sp>
        <p:nvSpPr>
          <p:cNvPr id="9" name="Text 6"/>
          <p:cNvSpPr/>
          <p:nvPr/>
        </p:nvSpPr>
        <p:spPr>
          <a:xfrm>
            <a:off x="4069080" y="19842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770632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CF3EA"/>
          </a:solidFill>
          <a:ln/>
        </p:spPr>
      </p:sp>
      <p:sp>
        <p:nvSpPr>
          <p:cNvPr id="11" name="Shape 8"/>
          <p:cNvSpPr/>
          <p:nvPr/>
        </p:nvSpPr>
        <p:spPr>
          <a:xfrm>
            <a:off x="749808" y="2944368"/>
            <a:ext cx="566928" cy="566928"/>
          </a:xfrm>
          <a:prstGeom prst="ellipse">
            <a:avLst/>
          </a:prstGeom>
          <a:solidFill>
            <a:srgbClr val="3F5B44"/>
          </a:solidFill>
          <a:ln/>
        </p:spPr>
      </p:sp>
      <p:pic>
        <p:nvPicPr>
          <p:cNvPr id="12" name="Image 1" descr="/home/claude/happypaws/icons/check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39" y="3012399"/>
            <a:ext cx="430865" cy="4308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88950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reorganizadas por dominio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069080" y="306324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F5B44"/>
          </a:solidFill>
          <a:ln/>
        </p:spPr>
      </p:sp>
      <p:sp>
        <p:nvSpPr>
          <p:cNvPr id="15" name="Text 11"/>
          <p:cNvSpPr/>
          <p:nvPr/>
        </p:nvSpPr>
        <p:spPr>
          <a:xfrm>
            <a:off x="4069080" y="30632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3849624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CF3EA"/>
          </a:solidFill>
          <a:ln/>
        </p:spPr>
      </p:sp>
      <p:sp>
        <p:nvSpPr>
          <p:cNvPr id="17" name="Shape 13"/>
          <p:cNvSpPr/>
          <p:nvPr/>
        </p:nvSpPr>
        <p:spPr>
          <a:xfrm>
            <a:off x="749808" y="4023360"/>
            <a:ext cx="566928" cy="566928"/>
          </a:xfrm>
          <a:prstGeom prst="ellipse">
            <a:avLst/>
          </a:prstGeom>
          <a:solidFill>
            <a:srgbClr val="3F5B44"/>
          </a:solidFill>
          <a:ln/>
        </p:spPr>
      </p:sp>
      <p:pic>
        <p:nvPicPr>
          <p:cNvPr id="18" name="Image 2" descr="/home/claude/happypaws/icons/checkcirc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39" y="4091391"/>
            <a:ext cx="430865" cy="4308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96849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y páginas de refugio (mock)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069080" y="414223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F5B44"/>
          </a:solidFill>
          <a:ln/>
        </p:spPr>
      </p:sp>
      <p:sp>
        <p:nvSpPr>
          <p:cNvPr id="21" name="Text 16"/>
          <p:cNvSpPr/>
          <p:nvPr/>
        </p:nvSpPr>
        <p:spPr>
          <a:xfrm>
            <a:off x="4069080" y="41422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8640" y="4928616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CF3EA"/>
          </a:solidFill>
          <a:ln/>
        </p:spPr>
      </p:sp>
      <p:sp>
        <p:nvSpPr>
          <p:cNvPr id="23" name="Shape 18"/>
          <p:cNvSpPr/>
          <p:nvPr/>
        </p:nvSpPr>
        <p:spPr>
          <a:xfrm>
            <a:off x="749808" y="5102352"/>
            <a:ext cx="566928" cy="566928"/>
          </a:xfrm>
          <a:prstGeom prst="ellipse">
            <a:avLst/>
          </a:prstGeom>
          <a:solidFill>
            <a:srgbClr val="E8A24A"/>
          </a:solidFill>
          <a:ln/>
        </p:spPr>
      </p:sp>
      <p:pic>
        <p:nvPicPr>
          <p:cNvPr id="24" name="Image 3" descr="/home/claude/happypaws/icons/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39" y="5170383"/>
            <a:ext cx="430865" cy="43086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50474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por rol (adoptante/refugio)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069080" y="5221224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8A24A"/>
          </a:solidFill>
          <a:ln/>
        </p:spPr>
      </p:sp>
      <p:sp>
        <p:nvSpPr>
          <p:cNvPr id="27" name="Text 21"/>
          <p:cNvSpPr/>
          <p:nvPr/>
        </p:nvSpPr>
        <p:spPr>
          <a:xfrm>
            <a:off x="4069080" y="522122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971032" y="1691640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CF3EA"/>
          </a:solidFill>
          <a:ln/>
        </p:spPr>
      </p:sp>
      <p:sp>
        <p:nvSpPr>
          <p:cNvPr id="29" name="Shape 23"/>
          <p:cNvSpPr/>
          <p:nvPr/>
        </p:nvSpPr>
        <p:spPr>
          <a:xfrm>
            <a:off x="6172200" y="1865376"/>
            <a:ext cx="566928" cy="566928"/>
          </a:xfrm>
          <a:prstGeom prst="ellipse">
            <a:avLst/>
          </a:prstGeom>
          <a:solidFill>
            <a:srgbClr val="E8A24A"/>
          </a:solidFill>
          <a:ln/>
        </p:spPr>
      </p:sp>
      <p:pic>
        <p:nvPicPr>
          <p:cNvPr id="30" name="Image 4" descr="/home/claude/happypaws/icons/clo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231" y="1933407"/>
            <a:ext cx="430865" cy="43086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885432" y="181051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gestión del refugio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9491472" y="19842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8A24A"/>
          </a:solidFill>
          <a:ln/>
        </p:spPr>
      </p:sp>
      <p:sp>
        <p:nvSpPr>
          <p:cNvPr id="33" name="Text 26"/>
          <p:cNvSpPr/>
          <p:nvPr/>
        </p:nvSpPr>
        <p:spPr>
          <a:xfrm>
            <a:off x="9491472" y="19842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5971032" y="2770632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CF3EA"/>
          </a:solidFill>
          <a:ln/>
        </p:spPr>
      </p:sp>
      <p:sp>
        <p:nvSpPr>
          <p:cNvPr id="35" name="Shape 28"/>
          <p:cNvSpPr/>
          <p:nvPr/>
        </p:nvSpPr>
        <p:spPr>
          <a:xfrm>
            <a:off x="6172200" y="2944368"/>
            <a:ext cx="566928" cy="566928"/>
          </a:xfrm>
          <a:prstGeom prst="ellipse">
            <a:avLst/>
          </a:prstGeom>
          <a:solidFill>
            <a:srgbClr val="B0A093"/>
          </a:solidFill>
          <a:ln/>
        </p:spPr>
      </p:sp>
      <p:pic>
        <p:nvPicPr>
          <p:cNvPr id="36" name="Image 5" descr="/home/claude/happypaws/icons/circledo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0231" y="3012399"/>
            <a:ext cx="430865" cy="43086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885432" y="288950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directo refugio-adoptante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9491472" y="306324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B0A093"/>
          </a:solidFill>
          <a:ln/>
        </p:spPr>
      </p:sp>
      <p:sp>
        <p:nvSpPr>
          <p:cNvPr id="39" name="Text 31"/>
          <p:cNvSpPr/>
          <p:nvPr/>
        </p:nvSpPr>
        <p:spPr>
          <a:xfrm>
            <a:off x="9491472" y="30632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5971032" y="3849624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CF3EA"/>
          </a:solidFill>
          <a:ln/>
        </p:spPr>
      </p:sp>
      <p:sp>
        <p:nvSpPr>
          <p:cNvPr id="41" name="Shape 33"/>
          <p:cNvSpPr/>
          <p:nvPr/>
        </p:nvSpPr>
        <p:spPr>
          <a:xfrm>
            <a:off x="6172200" y="4023360"/>
            <a:ext cx="566928" cy="566928"/>
          </a:xfrm>
          <a:prstGeom prst="ellipse">
            <a:avLst/>
          </a:prstGeom>
          <a:solidFill>
            <a:srgbClr val="B0A093"/>
          </a:solidFill>
          <a:ln/>
        </p:spPr>
      </p:sp>
      <p:pic>
        <p:nvPicPr>
          <p:cNvPr id="42" name="Image 6" descr="/home/claude/happypaws/icons/circledo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0231" y="4091391"/>
            <a:ext cx="430865" cy="430865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885432" y="396849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real (Prisma + MySQL)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9491472" y="414223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B0A093"/>
          </a:solidFill>
          <a:ln/>
        </p:spPr>
      </p:sp>
      <p:sp>
        <p:nvSpPr>
          <p:cNvPr id="45" name="Text 36"/>
          <p:cNvSpPr/>
          <p:nvPr/>
        </p:nvSpPr>
        <p:spPr>
          <a:xfrm>
            <a:off x="9491472" y="41422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5971032" y="4928616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CF3EA"/>
          </a:solidFill>
          <a:ln/>
        </p:spPr>
      </p:sp>
      <p:sp>
        <p:nvSpPr>
          <p:cNvPr id="47" name="Shape 38"/>
          <p:cNvSpPr/>
          <p:nvPr/>
        </p:nvSpPr>
        <p:spPr>
          <a:xfrm>
            <a:off x="6172200" y="5102352"/>
            <a:ext cx="566928" cy="566928"/>
          </a:xfrm>
          <a:prstGeom prst="ellipse">
            <a:avLst/>
          </a:prstGeom>
          <a:solidFill>
            <a:srgbClr val="B0A093"/>
          </a:solidFill>
          <a:ln/>
        </p:spPr>
      </p:sp>
      <p:pic>
        <p:nvPicPr>
          <p:cNvPr id="48" name="Image 7" descr="/home/claude/happypaws/icons/circledo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0231" y="5170383"/>
            <a:ext cx="430865" cy="430865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6885432" y="50474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con FUPA</a:t>
            </a:r>
            <a:endParaRPr lang="en-US" sz="1200" dirty="0"/>
          </a:p>
        </p:txBody>
      </p:sp>
      <p:sp>
        <p:nvSpPr>
          <p:cNvPr id="50" name="Shape 40"/>
          <p:cNvSpPr/>
          <p:nvPr/>
        </p:nvSpPr>
        <p:spPr>
          <a:xfrm>
            <a:off x="9491472" y="5221224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B0A093"/>
          </a:solidFill>
          <a:ln/>
        </p:spPr>
      </p:sp>
      <p:sp>
        <p:nvSpPr>
          <p:cNvPr id="51" name="Text 41"/>
          <p:cNvSpPr/>
          <p:nvPr/>
        </p:nvSpPr>
        <p:spPr>
          <a:xfrm>
            <a:off x="9491472" y="522122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950" dirty="0"/>
          </a:p>
        </p:txBody>
      </p:sp>
      <p:sp>
        <p:nvSpPr>
          <p:cNvPr id="52" name="Text 42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Paws</a:t>
            </a:r>
            <a:endParaRPr lang="en-US" sz="1000" dirty="0"/>
          </a:p>
        </p:txBody>
      </p:sp>
      <p:sp>
        <p:nvSpPr>
          <p:cNvPr id="53" name="Text 4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0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3B2B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5A3B2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22960" cy="822960"/>
          </a:xfrm>
          <a:prstGeom prst="ellipse">
            <a:avLst/>
          </a:prstGeom>
          <a:solidFill>
            <a:srgbClr val="E8A24A"/>
          </a:solidFill>
          <a:ln/>
        </p:spPr>
      </p:sp>
      <p:pic>
        <p:nvPicPr>
          <p:cNvPr id="5" name="Image 0" descr="/home/claude/happypaws/icons/triangleexclaim_br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92171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Riesgos y próximos pasos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24871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puede frenar el avance y cómo seguimos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5074920" cy="2834640"/>
          </a:xfrm>
          <a:prstGeom prst="roundRect">
            <a:avLst>
              <a:gd name="adj" fmla="val 3871"/>
            </a:avLst>
          </a:prstGeom>
          <a:solidFill>
            <a:srgbClr val="5A3B2B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100" dirty="0"/>
          </a:p>
        </p:txBody>
      </p:sp>
      <p:pic>
        <p:nvPicPr>
          <p:cNvPr id="10" name="Image 1" descr="/home/claude/happypaws/icons/circledo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97764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07008" y="390448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conexión a Prisma/MySQL puede atrasar el cierre del MVP</a:t>
            </a:r>
            <a:endParaRPr lang="en-US" sz="1200" dirty="0"/>
          </a:p>
        </p:txBody>
      </p:sp>
      <p:pic>
        <p:nvPicPr>
          <p:cNvPr id="12" name="Image 2" descr="/home/claude/happypaws/icons/circledo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6908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08" y="46177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 datos reales de FUPA para reemplazar el mock</a:t>
            </a:r>
            <a:endParaRPr lang="en-US" sz="1200" dirty="0"/>
          </a:p>
        </p:txBody>
      </p:sp>
      <p:pic>
        <p:nvPicPr>
          <p:cNvPr id="14" name="Image 3" descr="/home/claude/happypaws/icons/circledo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40410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07008" y="533095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limitado antes de la fecha de demo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989320" y="3291840"/>
            <a:ext cx="5074920" cy="2834640"/>
          </a:xfrm>
          <a:prstGeom prst="roundRect">
            <a:avLst>
              <a:gd name="adj" fmla="val 3871"/>
            </a:avLst>
          </a:prstGeom>
          <a:solidFill>
            <a:srgbClr val="C1652F"/>
          </a:solidFill>
          <a:ln/>
        </p:spPr>
      </p:sp>
      <p:sp>
        <p:nvSpPr>
          <p:cNvPr id="17" name="Text 11"/>
          <p:cNvSpPr/>
          <p:nvPr/>
        </p:nvSpPr>
        <p:spPr>
          <a:xfrm>
            <a:off x="630936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100" dirty="0"/>
          </a:p>
        </p:txBody>
      </p:sp>
      <p:pic>
        <p:nvPicPr>
          <p:cNvPr id="18" name="Image 4" descr="/home/claude/happypaws/icons/checkcirc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97764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47688" y="390448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registro por rol y el panel del refugio</a:t>
            </a:r>
            <a:endParaRPr lang="en-US" sz="1200" dirty="0"/>
          </a:p>
        </p:txBody>
      </p:sp>
      <p:pic>
        <p:nvPicPr>
          <p:cNvPr id="20" name="Image 5" descr="/home/claude/happypaws/icons/checkcirc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690872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647688" y="46177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la base de datos real y migrar el mock</a:t>
            </a:r>
            <a:endParaRPr lang="en-US" sz="1200" dirty="0"/>
          </a:p>
        </p:txBody>
      </p:sp>
      <p:pic>
        <p:nvPicPr>
          <p:cNvPr id="22" name="Image 6" descr="/home/claude/happypaws/icons/checkcircl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5404104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647688" y="533095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y ejecutar la demo con FUPA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Paws</a:t>
            </a:r>
            <a:endParaRPr lang="en-US" sz="1000" dirty="0"/>
          </a:p>
        </p:txBody>
      </p:sp>
      <p:sp>
        <p:nvSpPr>
          <p:cNvPr id="25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2026-09-07T22:08:12Z</dcterms:created>
  <dcterms:modified xsi:type="dcterms:W3CDTF">2026-09-07T22:08:12Z</dcterms:modified>
</cp:coreProperties>
</file>